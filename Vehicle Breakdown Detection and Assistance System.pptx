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20"/>
  </p:notesMasterIdLst>
  <p:handoutMasterIdLst>
    <p:handoutMasterId r:id="rId21"/>
  </p:handoutMasterIdLst>
  <p:sldIdLst>
    <p:sldId id="314" r:id="rId3"/>
    <p:sldId id="323" r:id="rId4"/>
    <p:sldId id="266" r:id="rId5"/>
    <p:sldId id="341" r:id="rId6"/>
    <p:sldId id="342" r:id="rId7"/>
    <p:sldId id="343" r:id="rId8"/>
    <p:sldId id="344" r:id="rId9"/>
    <p:sldId id="345" r:id="rId10"/>
    <p:sldId id="350" r:id="rId11"/>
    <p:sldId id="346" r:id="rId12"/>
    <p:sldId id="349" r:id="rId13"/>
    <p:sldId id="340" r:id="rId14"/>
    <p:sldId id="351" r:id="rId15"/>
    <p:sldId id="352" r:id="rId16"/>
    <p:sldId id="347" r:id="rId17"/>
    <p:sldId id="348" r:id="rId18"/>
    <p:sldId id="33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F7B690-CAAC-422C-B116-27963E1F1F6A}" v="7" dt="2026-03-09T05:21:10.8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82"/>
    <p:restoredTop sz="95833"/>
  </p:normalViewPr>
  <p:slideViewPr>
    <p:cSldViewPr snapToGrid="0" snapToObjects="1">
      <p:cViewPr varScale="1">
        <p:scale>
          <a:sx n="72" d="100"/>
          <a:sy n="72" d="100"/>
        </p:scale>
        <p:origin x="58" y="485"/>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6/11/relationships/changesInfo" Target="changesInfos/changesInfo1.xml"/><Relationship Id="rId3" Type="http://schemas.openxmlformats.org/officeDocument/2006/relationships/slide" Target="slides/slide1.xml"/><Relationship Id="rId21"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nsika janumpally" userId="8ad5466844da17bb" providerId="LiveId" clId="{1C93A046-1EEF-4E68-93AA-C0034F8F868A}"/>
    <pc:docChg chg="modSld">
      <pc:chgData name="hansika janumpally" userId="8ad5466844da17bb" providerId="LiveId" clId="{1C93A046-1EEF-4E68-93AA-C0034F8F868A}" dt="2026-03-09T05:21:10.835" v="6"/>
      <pc:docMkLst>
        <pc:docMk/>
      </pc:docMkLst>
      <pc:sldChg chg="addSp delSp modSp">
        <pc:chgData name="hansika janumpally" userId="8ad5466844da17bb" providerId="LiveId" clId="{1C93A046-1EEF-4E68-93AA-C0034F8F868A}" dt="2026-03-09T05:21:10.835" v="6"/>
        <pc:sldMkLst>
          <pc:docMk/>
          <pc:sldMk cId="2357471992" sldId="348"/>
        </pc:sldMkLst>
        <pc:spChg chg="del">
          <ac:chgData name="hansika janumpally" userId="8ad5466844da17bb" providerId="LiveId" clId="{1C93A046-1EEF-4E68-93AA-C0034F8F868A}" dt="2026-03-09T05:20:54.182" v="0"/>
          <ac:spMkLst>
            <pc:docMk/>
            <pc:sldMk cId="2357471992" sldId="348"/>
            <ac:spMk id="3" creationId="{81383DFD-4145-46B6-BA5B-4C9D68B54059}"/>
          </ac:spMkLst>
        </pc:spChg>
        <pc:spChg chg="add del mod">
          <ac:chgData name="hansika janumpally" userId="8ad5466844da17bb" providerId="LiveId" clId="{1C93A046-1EEF-4E68-93AA-C0034F8F868A}" dt="2026-03-09T05:20:55.859" v="1"/>
          <ac:spMkLst>
            <pc:docMk/>
            <pc:sldMk cId="2357471992" sldId="348"/>
            <ac:spMk id="7" creationId="{24434058-A344-12F1-B647-FD2F51C946A7}"/>
          </ac:spMkLst>
        </pc:spChg>
        <pc:spChg chg="add del mod">
          <ac:chgData name="hansika janumpally" userId="8ad5466844da17bb" providerId="LiveId" clId="{1C93A046-1EEF-4E68-93AA-C0034F8F868A}" dt="2026-03-09T05:21:10.835" v="6"/>
          <ac:spMkLst>
            <pc:docMk/>
            <pc:sldMk cId="2357471992" sldId="348"/>
            <ac:spMk id="8" creationId="{8B9D083F-34D2-A01F-3A4C-1D26E6F55D12}"/>
          </ac:spMkLst>
        </pc:spChg>
        <pc:spChg chg="add mod">
          <ac:chgData name="hansika janumpally" userId="8ad5466844da17bb" providerId="LiveId" clId="{1C93A046-1EEF-4E68-93AA-C0034F8F868A}" dt="2026-03-09T05:21:10.806" v="5"/>
          <ac:spMkLst>
            <pc:docMk/>
            <pc:sldMk cId="2357471992" sldId="348"/>
            <ac:spMk id="9" creationId="{4B2D4990-11ED-2691-9FB0-FC97C3683876}"/>
          </ac:spMkLst>
        </pc:spChg>
        <pc:picChg chg="add mod">
          <ac:chgData name="hansika janumpally" userId="8ad5466844da17bb" providerId="LiveId" clId="{1C93A046-1EEF-4E68-93AA-C0034F8F868A}" dt="2026-03-09T05:21:10.835" v="6"/>
          <ac:picMkLst>
            <pc:docMk/>
            <pc:sldMk cId="2357471992" sldId="348"/>
            <ac:picMk id="10" creationId="{B2785A65-9E60-9985-62DF-438323339B33}"/>
          </ac:picMkLst>
        </pc:pic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3/9/2026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3BF734CB-DFAB-944A-8037-9643745D8F20}" type="datetime1">
              <a:rPr lang="en-IN" smtClean="0"/>
              <a:t>09-03-2026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t>09-03-2026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15BD6649-7156-A341-B9F2-F045B7551E13}" type="datetime1">
              <a:rPr lang="en-IN" smtClean="0"/>
              <a:t>09-03-2026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C9977CD1-E97C-BA41-8E49-9F39B98FFBE8}" type="datetime1">
              <a:rPr lang="en-IN" smtClean="0"/>
              <a:t>09-03-2026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F3DDBCA1-9406-7A44-8A76-1046B4040777}" type="datetime1">
              <a:rPr lang="en-IN" smtClean="0"/>
              <a:t>09-03-2026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173030211           Department of CSE</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C7FB085D-B69B-9C45-93A5-77F47F2F6792}" type="datetime1">
              <a:rPr lang="en-IN" smtClean="0"/>
              <a:t>09-03-2026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C61B69B7-E8EF-6346-9390-671C5B22ACF3}" type="datetime1">
              <a:rPr lang="en-IN" smtClean="0"/>
              <a:t>09-03-2026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B920709D-BF3C-5743-B60D-B01C16014A7B}" type="datetime1">
              <a:rPr lang="en-IN" smtClean="0"/>
              <a:t>09-03-2026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B04444B0-6575-954F-AAA2-CB0D0417F745}" type="datetime1">
              <a:rPr lang="en-IN" smtClean="0"/>
              <a:t>09-03-2026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6DE7A436-9AA5-6C4B-AFF1-C34F60A9AB89}" type="datetime1">
              <a:rPr lang="en-IN" smtClean="0"/>
              <a:t>09-03-2026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t>09-03-2026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t>09-03-2026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t>09-03-2026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t>09-03-2026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t>09-03-2026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5D85A-3465-384D-962A-D11BB8B39525}" type="datetime1">
              <a:rPr lang="en-IN" smtClean="0"/>
              <a:t>09-03-2026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09-03-2026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494057" y="136525"/>
            <a:ext cx="11543614" cy="1128381"/>
          </a:xfrm>
        </p:spPr>
        <p:txBody>
          <a:bodyPr>
            <a:noAutofit/>
          </a:bodyPr>
          <a:lstStyle/>
          <a:p>
            <a:pPr algn="ctr">
              <a:lnSpc>
                <a:spcPct val="100000"/>
              </a:lnSpc>
            </a:pPr>
            <a:r>
              <a:rPr lang="en-US" sz="2400" dirty="0">
                <a:solidFill>
                  <a:srgbClr val="0070C0"/>
                </a:solidFill>
                <a:latin typeface="+mn-lt"/>
                <a:cs typeface="Arial" panose="020B0604020202020204" pitchFamily="34" charset="0"/>
              </a:rPr>
              <a:t>Title: </a:t>
            </a:r>
            <a:r>
              <a:rPr lang="en-US" sz="2400" dirty="0"/>
              <a:t>Vehicle Breakdown Detection and Assistance System</a:t>
            </a:r>
            <a:endParaRPr lang="en-US" sz="2400" dirty="0">
              <a:solidFill>
                <a:srgbClr val="FF0000"/>
              </a:solidFill>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7AEAE0CE-45A1-A1FF-31F4-66CECAEF3059}"/>
              </a:ext>
            </a:extLst>
          </p:cNvPr>
          <p:cNvSpPr>
            <a:spLocks noGrp="1"/>
          </p:cNvSpPr>
          <p:nvPr>
            <p:ph sz="half" idx="1"/>
          </p:nvPr>
        </p:nvSpPr>
        <p:spPr>
          <a:xfrm>
            <a:off x="838200" y="1150130"/>
            <a:ext cx="10515600" cy="1097555"/>
          </a:xfrm>
        </p:spPr>
        <p:txBody>
          <a:bodyPr>
            <a:normAutofit fontScale="25000" lnSpcReduction="20000"/>
          </a:bodyPr>
          <a:lstStyle/>
          <a:p>
            <a:pPr marL="0" indent="0" algn="ctr">
              <a:buNone/>
            </a:pPr>
            <a:r>
              <a:rPr lang="en-US" sz="9600" dirty="0"/>
              <a:t>Student Name: J. Hansika</a:t>
            </a:r>
          </a:p>
          <a:p>
            <a:pPr marL="0" indent="0" algn="ctr">
              <a:buNone/>
            </a:pPr>
            <a:r>
              <a:rPr lang="en-US" sz="9600" dirty="0"/>
              <a:t>Student ID: 2520030060</a:t>
            </a:r>
            <a:endParaRPr lang="en-US" sz="2400" dirty="0"/>
          </a:p>
          <a:p>
            <a:pPr marL="0" indent="0" algn="ctr">
              <a:buNone/>
            </a:pPr>
            <a:r>
              <a:rPr lang="en-US" sz="11200" dirty="0"/>
              <a:t>Cluster:1</a:t>
            </a:r>
          </a:p>
          <a:p>
            <a:pPr marL="0" indent="0" algn="ctr">
              <a:buNone/>
            </a:pPr>
            <a:r>
              <a:rPr lang="en-US" sz="11200" dirty="0"/>
              <a:t>Section: 2</a:t>
            </a: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fld id="{D4ABCEED-36AB-D94A-B562-4D3E096B39D1}" type="datetime1">
              <a:rPr lang="en-IN" smtClean="0"/>
              <a:t>09-03-2026</a:t>
            </a:fld>
            <a:endParaRPr lang="en-US"/>
          </a:p>
        </p:txBody>
      </p:sp>
      <p:pic>
        <p:nvPicPr>
          <p:cNvPr id="12" name="Picture 11" descr="A picture containing shape&#10;&#10;Description automatically generated">
            <a:extLst>
              <a:ext uri="{FF2B5EF4-FFF2-40B4-BE49-F238E27FC236}">
                <a16:creationId xmlns:a16="http://schemas.microsoft.com/office/drawing/2014/main" id="{22EBCDF0-8C0C-C908-85EA-FD8A72825B21}"/>
              </a:ext>
            </a:extLst>
          </p:cNvPr>
          <p:cNvPicPr>
            <a:picLocks noChangeAspect="1"/>
          </p:cNvPicPr>
          <p:nvPr/>
        </p:nvPicPr>
        <p:blipFill>
          <a:blip r:embed="rId2"/>
          <a:stretch>
            <a:fillRect/>
          </a:stretch>
        </p:blipFill>
        <p:spPr>
          <a:xfrm>
            <a:off x="5356361" y="5015918"/>
            <a:ext cx="1725712" cy="930978"/>
          </a:xfrm>
          <a:prstGeom prst="rect">
            <a:avLst/>
          </a:prstGeom>
        </p:spPr>
      </p:pic>
      <p:sp>
        <p:nvSpPr>
          <p:cNvPr id="13" name="Content Placeholder 3">
            <a:extLst>
              <a:ext uri="{FF2B5EF4-FFF2-40B4-BE49-F238E27FC236}">
                <a16:creationId xmlns:a16="http://schemas.microsoft.com/office/drawing/2014/main" id="{3F9DE7D0-41AC-90DD-3065-235240261B1B}"/>
              </a:ext>
            </a:extLst>
          </p:cNvPr>
          <p:cNvSpPr txBox="1">
            <a:spLocks/>
          </p:cNvSpPr>
          <p:nvPr/>
        </p:nvSpPr>
        <p:spPr>
          <a:xfrm>
            <a:off x="838200" y="3332480"/>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t>Under the Guidance </a:t>
            </a:r>
          </a:p>
          <a:p>
            <a:pPr marL="0" indent="0" algn="ctr">
              <a:buNone/>
            </a:pPr>
            <a:r>
              <a:rPr lang="en-US" sz="8600" dirty="0"/>
              <a:t>of </a:t>
            </a:r>
            <a:endParaRPr lang="en-US" sz="8600" dirty="0">
              <a:solidFill>
                <a:srgbClr val="00B050"/>
              </a:solidFill>
            </a:endParaRPr>
          </a:p>
          <a:p>
            <a:pPr marL="0" indent="0" algn="ctr">
              <a:buNone/>
            </a:pPr>
            <a:r>
              <a:rPr lang="en-US" sz="8600" dirty="0">
                <a:solidFill>
                  <a:srgbClr val="00B050"/>
                </a:solidFill>
              </a:rPr>
              <a:t>Supervisor Name: </a:t>
            </a:r>
            <a:r>
              <a:rPr lang="en-US" sz="8600" dirty="0" err="1">
                <a:solidFill>
                  <a:srgbClr val="00B050"/>
                </a:solidFill>
              </a:rPr>
              <a:t>xxxxxxxx</a:t>
            </a:r>
            <a:endParaRPr lang="en-US" sz="8600" dirty="0">
              <a:solidFill>
                <a:srgbClr val="00B050"/>
              </a:solidFill>
            </a:endParaRPr>
          </a:p>
          <a:p>
            <a:pPr marL="0" indent="0" algn="ctr">
              <a:buNone/>
            </a:pPr>
            <a:r>
              <a:rPr lang="en-US" sz="8600" dirty="0">
                <a:solidFill>
                  <a:srgbClr val="00B050"/>
                </a:solidFill>
              </a:rPr>
              <a:t>Assistant Professor</a:t>
            </a:r>
          </a:p>
          <a:p>
            <a:pPr marL="0" indent="0" algn="ctr">
              <a:buNone/>
            </a:pPr>
            <a:r>
              <a:rPr lang="en-US" sz="8600" dirty="0">
                <a:solidFill>
                  <a:srgbClr val="00B050"/>
                </a:solidFill>
              </a:rPr>
              <a:t>Department of CSE</a:t>
            </a:r>
          </a:p>
          <a:p>
            <a:pPr marL="0" indent="0">
              <a:buFont typeface="Arial" panose="020B0604020202020204" pitchFamily="34" charset="0"/>
              <a:buNone/>
            </a:pPr>
            <a:endParaRPr lang="en-US" sz="2400" dirty="0">
              <a:solidFill>
                <a:srgbClr val="00B050"/>
              </a:solidFill>
            </a:endParaRPr>
          </a:p>
        </p:txBody>
      </p:sp>
      <p:sp>
        <p:nvSpPr>
          <p:cNvPr id="5" name="Slide Number Placeholder 4">
            <a:extLst>
              <a:ext uri="{FF2B5EF4-FFF2-40B4-BE49-F238E27FC236}">
                <a16:creationId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t>1</a:t>
            </a:fld>
            <a:endParaRPr lang="en-US"/>
          </a:p>
        </p:txBody>
      </p:sp>
    </p:spTree>
    <p:extLst>
      <p:ext uri="{BB962C8B-B14F-4D97-AF65-F5344CB8AC3E}">
        <p14:creationId xmlns:p14="http://schemas.microsoft.com/office/powerpoint/2010/main" val="1017016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Abstract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pPr marL="0" indent="0" algn="just">
              <a:lnSpc>
                <a:spcPct val="100000"/>
              </a:lnSpc>
              <a:buNone/>
            </a:pPr>
            <a:r>
              <a:rPr lang="en-US" sz="2400" dirty="0"/>
              <a:t>The </a:t>
            </a:r>
            <a:r>
              <a:rPr lang="en-US" sz="2400" b="1" dirty="0"/>
              <a:t>Smart Vehicle Breakdown Assistance System</a:t>
            </a:r>
            <a:r>
              <a:rPr lang="en-US" sz="2400" dirty="0"/>
              <a:t> is designed to help drivers during vehicle breakdown situations by providing quick and reliable roadside support. The system helps users locate nearby mechanics quickly by using GPS technology to detect the user’s current location. It displays nearby mechanic shops through Google Maps and also provides important emergency contact numbers for immediate assistance. An AI-based assistant is included to offer basic troubleshooting suggestions for common vehicle problems. The system integrates Data Structures and Algorithms in the backend to manage and process data efficiently. Overall, this system improves roadside safety, reduces waiting time, and provides convenient assistance to drivers during emergencies.</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2</a:t>
            </a:fld>
            <a:endParaRPr lang="en-US"/>
          </a:p>
        </p:txBody>
      </p:sp>
    </p:spTree>
    <p:extLst>
      <p:ext uri="{BB962C8B-B14F-4D97-AF65-F5344CB8AC3E}">
        <p14:creationId xmlns:p14="http://schemas.microsoft.com/office/powerpoint/2010/main" val="27157837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Existing System </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r>
              <a:rPr lang="en-US" dirty="0"/>
              <a:t>Drivers search mechanics manually</a:t>
            </a:r>
          </a:p>
          <a:p>
            <a:r>
              <a:rPr lang="en-US" dirty="0"/>
              <a:t>No centralized system for roadside assistance</a:t>
            </a:r>
          </a:p>
          <a:p>
            <a:r>
              <a:rPr lang="en-US" dirty="0"/>
              <a:t>Difficult to find nearby mechanic quickly</a:t>
            </a:r>
          </a:p>
          <a:p>
            <a:r>
              <a:rPr lang="en-US" dirty="0"/>
              <a:t>Time consuming during emergency situations</a:t>
            </a:r>
          </a:p>
          <a:p>
            <a:r>
              <a:rPr lang="en-US" dirty="0"/>
              <a:t>Lack of instant support and information</a:t>
            </a:r>
          </a:p>
          <a:p>
            <a:r>
              <a:rPr lang="en-US" dirty="0"/>
              <a:t>No intelligent assistance for vehicle problems</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2CB9F02-6AB8-A348-9013-8FCBB8174821}"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930833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AE696E-C5CB-1479-F98C-F7C2D0B7BED0}"/>
              </a:ext>
            </a:extLst>
          </p:cNvPr>
          <p:cNvSpPr>
            <a:spLocks noGrp="1"/>
          </p:cNvSpPr>
          <p:nvPr>
            <p:ph type="title"/>
          </p:nvPr>
        </p:nvSpPr>
        <p:spPr>
          <a:xfrm>
            <a:off x="1180618" y="365125"/>
            <a:ext cx="10173182" cy="1128009"/>
          </a:xfrm>
        </p:spPr>
        <p:txBody>
          <a:bodyPr/>
          <a:lstStyle/>
          <a:p>
            <a:pPr algn="ctr"/>
            <a:r>
              <a:rPr lang="en-US" b="1" dirty="0"/>
              <a:t>Proposed System</a:t>
            </a:r>
          </a:p>
        </p:txBody>
      </p:sp>
      <p:sp>
        <p:nvSpPr>
          <p:cNvPr id="5" name="Date Placeholder 4">
            <a:extLst>
              <a:ext uri="{FF2B5EF4-FFF2-40B4-BE49-F238E27FC236}">
                <a16:creationId xmlns:a16="http://schemas.microsoft.com/office/drawing/2014/main" id="{DBF95472-1444-D525-21F0-49779A036CF4}"/>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F5E105F9-7400-1835-C4B4-B38C94DE63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4" name="Rectangle 2">
            <a:extLst>
              <a:ext uri="{FF2B5EF4-FFF2-40B4-BE49-F238E27FC236}">
                <a16:creationId xmlns:a16="http://schemas.microsoft.com/office/drawing/2014/main" id="{20A1531A-6E34-1570-2ED6-0DEC5917CDA0}"/>
              </a:ext>
            </a:extLst>
          </p:cNvPr>
          <p:cNvSpPr>
            <a:spLocks noChangeArrowheads="1"/>
          </p:cNvSpPr>
          <p:nvPr/>
        </p:nvSpPr>
        <p:spPr bwMode="auto">
          <a:xfrm>
            <a:off x="1342239" y="2894094"/>
            <a:ext cx="843932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10" name="Rectangle 3">
            <a:extLst>
              <a:ext uri="{FF2B5EF4-FFF2-40B4-BE49-F238E27FC236}">
                <a16:creationId xmlns:a16="http://schemas.microsoft.com/office/drawing/2014/main" id="{5BC10F6C-C418-FC59-27AF-A77DCABAA33D}"/>
              </a:ext>
            </a:extLst>
          </p:cNvPr>
          <p:cNvSpPr>
            <a:spLocks noChangeArrowheads="1"/>
          </p:cNvSpPr>
          <p:nvPr/>
        </p:nvSpPr>
        <p:spPr bwMode="auto">
          <a:xfrm>
            <a:off x="1507788" y="1441710"/>
            <a:ext cx="6287299" cy="4305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Smart web application for vehicle breakdown support</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Detects user location automatically</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Shows nearby mechanics using Google Maps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Displays mechanic contact numbers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Provides AI based troubleshooting suggestions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Uses DSA algorithms for efficient data processing</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Fast and user friendly interface</a:t>
            </a:r>
          </a:p>
        </p:txBody>
      </p:sp>
    </p:spTree>
    <p:extLst>
      <p:ext uri="{BB962C8B-B14F-4D97-AF65-F5344CB8AC3E}">
        <p14:creationId xmlns:p14="http://schemas.microsoft.com/office/powerpoint/2010/main" val="3205484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A1740-4A22-BB35-FC5B-E9B781495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7383E4-A635-5D2C-0BA9-6A9D4A506E92}"/>
              </a:ext>
            </a:extLst>
          </p:cNvPr>
          <p:cNvSpPr>
            <a:spLocks noGrp="1"/>
          </p:cNvSpPr>
          <p:nvPr>
            <p:ph type="title"/>
          </p:nvPr>
        </p:nvSpPr>
        <p:spPr>
          <a:xfrm>
            <a:off x="1180618" y="365125"/>
            <a:ext cx="10173182" cy="1128009"/>
          </a:xfrm>
        </p:spPr>
        <p:txBody>
          <a:bodyPr/>
          <a:lstStyle/>
          <a:p>
            <a:pPr algn="ctr"/>
            <a:r>
              <a:rPr lang="en-US" b="1" dirty="0"/>
              <a:t>System Architecture</a:t>
            </a:r>
          </a:p>
        </p:txBody>
      </p:sp>
      <p:sp>
        <p:nvSpPr>
          <p:cNvPr id="5" name="Date Placeholder 4">
            <a:extLst>
              <a:ext uri="{FF2B5EF4-FFF2-40B4-BE49-F238E27FC236}">
                <a16:creationId xmlns:a16="http://schemas.microsoft.com/office/drawing/2014/main" id="{ABAD3843-97BD-682A-B84E-8FDB1825801E}"/>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8AA237BD-B76F-738D-5648-B271AAD57998}"/>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27B2409B-FFAD-25CD-834C-0C2CA4A71B30}"/>
              </a:ext>
            </a:extLst>
          </p:cNvPr>
          <p:cNvSpPr>
            <a:spLocks noGrp="1"/>
          </p:cNvSpPr>
          <p:nvPr>
            <p:ph type="sldNum" sz="quarter" idx="12"/>
          </p:nvPr>
        </p:nvSpPr>
        <p:spPr/>
        <p:txBody>
          <a:bodyPr/>
          <a:lstStyle/>
          <a:p>
            <a:fld id="{B961B71F-4B40-8942-BB88-E0F5C0B46E10}" type="slidenum">
              <a:rPr lang="en-US" smtClean="0"/>
              <a:t>5</a:t>
            </a:fld>
            <a:endParaRPr lang="en-US"/>
          </a:p>
        </p:txBody>
      </p:sp>
      <p:pic>
        <p:nvPicPr>
          <p:cNvPr id="10" name="Picture 9">
            <a:extLst>
              <a:ext uri="{FF2B5EF4-FFF2-40B4-BE49-F238E27FC236}">
                <a16:creationId xmlns:a16="http://schemas.microsoft.com/office/drawing/2014/main" id="{2697A343-B36A-CF46-106B-30214496307D}"/>
              </a:ext>
            </a:extLst>
          </p:cNvPr>
          <p:cNvPicPr>
            <a:picLocks noChangeAspect="1"/>
          </p:cNvPicPr>
          <p:nvPr/>
        </p:nvPicPr>
        <p:blipFill>
          <a:blip r:embed="rId2"/>
          <a:stretch>
            <a:fillRect/>
          </a:stretch>
        </p:blipFill>
        <p:spPr>
          <a:xfrm>
            <a:off x="3355596" y="1333851"/>
            <a:ext cx="4588778" cy="4949504"/>
          </a:xfrm>
          <a:prstGeom prst="rect">
            <a:avLst/>
          </a:prstGeom>
        </p:spPr>
      </p:pic>
    </p:spTree>
    <p:extLst>
      <p:ext uri="{BB962C8B-B14F-4D97-AF65-F5344CB8AC3E}">
        <p14:creationId xmlns:p14="http://schemas.microsoft.com/office/powerpoint/2010/main" val="3489011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8E0586-CE85-480D-585E-FCD3C3448CF2}"/>
              </a:ext>
            </a:extLst>
          </p:cNvPr>
          <p:cNvSpPr>
            <a:spLocks noGrp="1"/>
          </p:cNvSpPr>
          <p:nvPr>
            <p:ph type="title"/>
          </p:nvPr>
        </p:nvSpPr>
        <p:spPr>
          <a:xfrm>
            <a:off x="1180618" y="365125"/>
            <a:ext cx="10173182" cy="1128009"/>
          </a:xfrm>
        </p:spPr>
        <p:txBody>
          <a:bodyPr/>
          <a:lstStyle/>
          <a:p>
            <a:pPr algn="ctr"/>
            <a:r>
              <a:rPr lang="en-US" b="1" dirty="0"/>
              <a:t>Project Modules</a:t>
            </a:r>
          </a:p>
        </p:txBody>
      </p:sp>
      <p:sp>
        <p:nvSpPr>
          <p:cNvPr id="5" name="Date Placeholder 4">
            <a:extLst>
              <a:ext uri="{FF2B5EF4-FFF2-40B4-BE49-F238E27FC236}">
                <a16:creationId xmlns:a16="http://schemas.microsoft.com/office/drawing/2014/main" id="{919FF571-AABB-DBF0-2720-7F01DFDDF1CF}"/>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2" name="Content Placeholder 1">
            <a:extLst>
              <a:ext uri="{FF2B5EF4-FFF2-40B4-BE49-F238E27FC236}">
                <a16:creationId xmlns:a16="http://schemas.microsoft.com/office/drawing/2014/main" id="{83958F07-DC83-96CF-7368-2D39BCA0605E}"/>
              </a:ext>
            </a:extLst>
          </p:cNvPr>
          <p:cNvSpPr>
            <a:spLocks noGrp="1" noChangeArrowheads="1"/>
          </p:cNvSpPr>
          <p:nvPr>
            <p:ph idx="1"/>
          </p:nvPr>
        </p:nvSpPr>
        <p:spPr bwMode="auto">
          <a:xfrm>
            <a:off x="980813" y="1583911"/>
            <a:ext cx="4788490" cy="3690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User Location Detection Module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Nearby Mechanic Search Module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Emergency Assistance Module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AI Vehicle Assistant Module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Mechanic Database Management</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Data Structures Implementation Module</a:t>
            </a:r>
          </a:p>
        </p:txBody>
      </p:sp>
    </p:spTree>
    <p:extLst>
      <p:ext uri="{BB962C8B-B14F-4D97-AF65-F5344CB8AC3E}">
        <p14:creationId xmlns:p14="http://schemas.microsoft.com/office/powerpoint/2010/main" val="4072965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73125-DE57-89FD-81B9-AA8B783FC8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87EB9E5-2196-BA25-5BC0-0ADC2050CEF9}"/>
              </a:ext>
            </a:extLst>
          </p:cNvPr>
          <p:cNvSpPr>
            <a:spLocks noGrp="1"/>
          </p:cNvSpPr>
          <p:nvPr>
            <p:ph type="title"/>
          </p:nvPr>
        </p:nvSpPr>
        <p:spPr>
          <a:xfrm>
            <a:off x="1180618" y="365125"/>
            <a:ext cx="10173182" cy="1128009"/>
          </a:xfrm>
        </p:spPr>
        <p:txBody>
          <a:bodyPr/>
          <a:lstStyle/>
          <a:p>
            <a:pPr algn="ctr"/>
            <a:r>
              <a:rPr lang="en-US" b="1" dirty="0"/>
              <a:t>Objectives</a:t>
            </a:r>
          </a:p>
        </p:txBody>
      </p:sp>
      <p:sp>
        <p:nvSpPr>
          <p:cNvPr id="9" name="Content Placeholder 8">
            <a:extLst>
              <a:ext uri="{FF2B5EF4-FFF2-40B4-BE49-F238E27FC236}">
                <a16:creationId xmlns:a16="http://schemas.microsoft.com/office/drawing/2014/main" id="{363C44B8-E8B6-5D9D-90FF-ECD825D72DFC}"/>
              </a:ext>
            </a:extLst>
          </p:cNvPr>
          <p:cNvSpPr>
            <a:spLocks noGrp="1"/>
          </p:cNvSpPr>
          <p:nvPr>
            <p:ph idx="1"/>
          </p:nvPr>
        </p:nvSpPr>
        <p:spPr/>
        <p:txBody>
          <a:bodyPr>
            <a:normAutofit/>
          </a:bodyPr>
          <a:lstStyle/>
          <a:p>
            <a:r>
              <a:rPr lang="en-IN" dirty="0"/>
              <a:t>Provide quick roadside assistance</a:t>
            </a:r>
          </a:p>
          <a:p>
            <a:r>
              <a:rPr lang="en-IN" dirty="0"/>
              <a:t>Help users locate nearest mechanics</a:t>
            </a:r>
          </a:p>
          <a:p>
            <a:r>
              <a:rPr lang="en-IN" dirty="0"/>
              <a:t>Reduce delay during vehicle breakdown</a:t>
            </a:r>
          </a:p>
          <a:p>
            <a:r>
              <a:rPr lang="en-IN" dirty="0"/>
              <a:t>Implement </a:t>
            </a:r>
            <a:r>
              <a:rPr lang="en-IN" b="1" dirty="0"/>
              <a:t>Data Structures for efficient processing</a:t>
            </a:r>
            <a:endParaRPr lang="en-IN" dirty="0"/>
          </a:p>
          <a:p>
            <a:r>
              <a:rPr lang="en-IN" dirty="0"/>
              <a:t>Improve accessibility of emergency services</a:t>
            </a:r>
          </a:p>
          <a:p>
            <a:r>
              <a:rPr lang="en-IN" dirty="0"/>
              <a:t>Develop a user friendly smart assistance platform</a:t>
            </a:r>
          </a:p>
          <a:p>
            <a:endParaRPr lang="en-US" dirty="0"/>
          </a:p>
        </p:txBody>
      </p:sp>
      <p:sp>
        <p:nvSpPr>
          <p:cNvPr id="5" name="Date Placeholder 4">
            <a:extLst>
              <a:ext uri="{FF2B5EF4-FFF2-40B4-BE49-F238E27FC236}">
                <a16:creationId xmlns:a16="http://schemas.microsoft.com/office/drawing/2014/main" id="{268B0D62-5A39-5424-9CF6-9A5122E0D21E}"/>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47045F34-84C7-08FE-3B8E-621019BE8AFE}"/>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796C40D6-1BC6-8947-EA26-62259BD2C227}"/>
              </a:ext>
            </a:extLst>
          </p:cNvPr>
          <p:cNvSpPr>
            <a:spLocks noGrp="1"/>
          </p:cNvSpPr>
          <p:nvPr>
            <p:ph type="sldNum" sz="quarter" idx="12"/>
          </p:nvPr>
        </p:nvSpPr>
        <p:spPr/>
        <p:txBody>
          <a:bodyPr/>
          <a:lstStyle/>
          <a:p>
            <a:fld id="{B961B71F-4B40-8942-BB88-E0F5C0B46E10}" type="slidenum">
              <a:rPr lang="en-US" smtClean="0"/>
              <a:t>7</a:t>
            </a:fld>
            <a:endParaRPr lang="en-US"/>
          </a:p>
        </p:txBody>
      </p:sp>
    </p:spTree>
    <p:extLst>
      <p:ext uri="{BB962C8B-B14F-4D97-AF65-F5344CB8AC3E}">
        <p14:creationId xmlns:p14="http://schemas.microsoft.com/office/powerpoint/2010/main" val="1263985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49560-5402-A083-5191-CC2F23364A7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3A50108-EF3B-F9BF-CB25-7C4C67A41AAC}"/>
              </a:ext>
            </a:extLst>
          </p:cNvPr>
          <p:cNvSpPr>
            <a:spLocks noGrp="1"/>
          </p:cNvSpPr>
          <p:nvPr>
            <p:ph type="title"/>
          </p:nvPr>
        </p:nvSpPr>
        <p:spPr>
          <a:xfrm>
            <a:off x="1180618" y="365125"/>
            <a:ext cx="10173182" cy="1128009"/>
          </a:xfrm>
        </p:spPr>
        <p:txBody>
          <a:bodyPr/>
          <a:lstStyle/>
          <a:p>
            <a:pPr algn="ctr"/>
            <a:r>
              <a:rPr lang="en-US" b="1" dirty="0"/>
              <a:t>Co’s Attainments - FWD</a:t>
            </a:r>
          </a:p>
        </p:txBody>
      </p:sp>
      <p:sp>
        <p:nvSpPr>
          <p:cNvPr id="9" name="Content Placeholder 8">
            <a:extLst>
              <a:ext uri="{FF2B5EF4-FFF2-40B4-BE49-F238E27FC236}">
                <a16:creationId xmlns:a16="http://schemas.microsoft.com/office/drawing/2014/main" id="{8769557B-A6AB-F48D-9A16-51F755A17BB7}"/>
              </a:ext>
            </a:extLst>
          </p:cNvPr>
          <p:cNvSpPr>
            <a:spLocks noGrp="1"/>
          </p:cNvSpPr>
          <p:nvPr>
            <p:ph idx="1"/>
          </p:nvPr>
        </p:nvSpPr>
        <p:spPr/>
        <p:txBody>
          <a:bodyPr>
            <a:normAutofit fontScale="85000" lnSpcReduction="20000"/>
          </a:bodyPr>
          <a:lstStyle/>
          <a:p>
            <a:pPr marL="0" indent="0">
              <a:buNone/>
            </a:pPr>
            <a:r>
              <a:rPr lang="en-IN" dirty="0"/>
              <a:t>CO1</a:t>
            </a:r>
          </a:p>
          <a:p>
            <a:r>
              <a:rPr lang="en-IN" dirty="0"/>
              <a:t>Applied Internet and Web fundamentals</a:t>
            </a:r>
          </a:p>
          <a:p>
            <a:r>
              <a:rPr lang="en-IN" dirty="0"/>
              <a:t>Implemented HTML document structure</a:t>
            </a:r>
          </a:p>
          <a:p>
            <a:r>
              <a:rPr lang="en-IN" dirty="0"/>
              <a:t>Used headings, paragraphs and links</a:t>
            </a:r>
          </a:p>
          <a:p>
            <a:r>
              <a:rPr lang="en-IN" dirty="0"/>
              <a:t>Applied basic CSS styling and typography</a:t>
            </a:r>
          </a:p>
          <a:p>
            <a:pPr marL="0" indent="0">
              <a:buNone/>
            </a:pPr>
            <a:br>
              <a:rPr lang="en-IN" dirty="0"/>
            </a:br>
            <a:r>
              <a:rPr lang="en-IN" dirty="0"/>
              <a:t>CO2</a:t>
            </a:r>
          </a:p>
          <a:p>
            <a:r>
              <a:rPr lang="en-IN" dirty="0"/>
              <a:t>Designed HTML forms for user input</a:t>
            </a:r>
          </a:p>
          <a:p>
            <a:r>
              <a:rPr lang="en-IN" dirty="0"/>
              <a:t>Used semantic HTML tags for structured content</a:t>
            </a:r>
          </a:p>
          <a:p>
            <a:r>
              <a:rPr lang="en-IN" dirty="0"/>
              <a:t>Implemented CSS layouts using Flexbox</a:t>
            </a:r>
          </a:p>
          <a:p>
            <a:r>
              <a:rPr lang="en-IN" dirty="0"/>
              <a:t>Created responsive design using media queries</a:t>
            </a:r>
          </a:p>
          <a:p>
            <a:pPr marL="0" indent="0">
              <a:buNone/>
            </a:pPr>
            <a:endParaRPr lang="en-IN" dirty="0"/>
          </a:p>
        </p:txBody>
      </p:sp>
      <p:sp>
        <p:nvSpPr>
          <p:cNvPr id="5" name="Date Placeholder 4">
            <a:extLst>
              <a:ext uri="{FF2B5EF4-FFF2-40B4-BE49-F238E27FC236}">
                <a16:creationId xmlns:a16="http://schemas.microsoft.com/office/drawing/2014/main" id="{49D0E4ED-DE37-6D8E-7EB1-1F0F05E37DA3}"/>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4925EEDF-18C5-49AB-9643-7F31370592F9}"/>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803C038D-A939-9973-E752-364BB70EE05C}"/>
              </a:ext>
            </a:extLst>
          </p:cNvPr>
          <p:cNvSpPr>
            <a:spLocks noGrp="1"/>
          </p:cNvSpPr>
          <p:nvPr>
            <p:ph type="sldNum" sz="quarter" idx="12"/>
          </p:nvPr>
        </p:nvSpPr>
        <p:spPr/>
        <p:txBody>
          <a:bodyPr/>
          <a:lstStyle/>
          <a:p>
            <a:fld id="{B961B71F-4B40-8942-BB88-E0F5C0B46E10}" type="slidenum">
              <a:rPr lang="en-US" smtClean="0"/>
              <a:t>8</a:t>
            </a:fld>
            <a:endParaRPr lang="en-US"/>
          </a:p>
        </p:txBody>
      </p:sp>
    </p:spTree>
    <p:extLst>
      <p:ext uri="{BB962C8B-B14F-4D97-AF65-F5344CB8AC3E}">
        <p14:creationId xmlns:p14="http://schemas.microsoft.com/office/powerpoint/2010/main" val="19069465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E876A-A264-DBFA-AD93-3860D1E2C73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F01E739-DF23-5B58-E736-E7A5633A1B8D}"/>
              </a:ext>
            </a:extLst>
          </p:cNvPr>
          <p:cNvSpPr>
            <a:spLocks noGrp="1"/>
          </p:cNvSpPr>
          <p:nvPr>
            <p:ph type="title"/>
          </p:nvPr>
        </p:nvSpPr>
        <p:spPr>
          <a:xfrm>
            <a:off x="1180618" y="365125"/>
            <a:ext cx="10173182" cy="1128009"/>
          </a:xfrm>
        </p:spPr>
        <p:txBody>
          <a:bodyPr/>
          <a:lstStyle/>
          <a:p>
            <a:pPr algn="ctr"/>
            <a:r>
              <a:rPr lang="en-US" b="1" dirty="0"/>
              <a:t>Co’s Attainments - FWD</a:t>
            </a:r>
          </a:p>
        </p:txBody>
      </p:sp>
      <p:sp>
        <p:nvSpPr>
          <p:cNvPr id="9" name="Content Placeholder 8">
            <a:extLst>
              <a:ext uri="{FF2B5EF4-FFF2-40B4-BE49-F238E27FC236}">
                <a16:creationId xmlns:a16="http://schemas.microsoft.com/office/drawing/2014/main" id="{7170FB9C-747B-A5D0-1FF4-6D58CC319F83}"/>
              </a:ext>
            </a:extLst>
          </p:cNvPr>
          <p:cNvSpPr>
            <a:spLocks noGrp="1"/>
          </p:cNvSpPr>
          <p:nvPr>
            <p:ph idx="1"/>
          </p:nvPr>
        </p:nvSpPr>
        <p:spPr/>
        <p:txBody>
          <a:bodyPr>
            <a:normAutofit fontScale="32500" lnSpcReduction="20000"/>
          </a:bodyPr>
          <a:lstStyle/>
          <a:p>
            <a:pPr marL="0" indent="0">
              <a:buNone/>
            </a:pPr>
            <a:r>
              <a:rPr lang="en-IN" sz="4000" dirty="0"/>
              <a:t>CO3</a:t>
            </a:r>
          </a:p>
          <a:p>
            <a:r>
              <a:rPr lang="en-IN" sz="4000" dirty="0"/>
              <a:t>Implemented JavaScript fundamentals</a:t>
            </a:r>
          </a:p>
          <a:p>
            <a:r>
              <a:rPr lang="en-IN" sz="4000" dirty="0"/>
              <a:t>Used conditions, loops and functions</a:t>
            </a:r>
          </a:p>
          <a:p>
            <a:r>
              <a:rPr lang="en-IN" sz="4000" dirty="0"/>
              <a:t>Worked with arrays and objects</a:t>
            </a:r>
          </a:p>
          <a:p>
            <a:r>
              <a:rPr lang="en-IN" sz="4000" dirty="0"/>
              <a:t>Processed user input dynamically</a:t>
            </a:r>
          </a:p>
          <a:p>
            <a:br>
              <a:rPr lang="en-IN" sz="4000" dirty="0"/>
            </a:br>
            <a:r>
              <a:rPr lang="en-IN" sz="4000" dirty="0"/>
              <a:t>CO4</a:t>
            </a:r>
          </a:p>
          <a:p>
            <a:r>
              <a:rPr lang="en-IN" sz="4000" dirty="0"/>
              <a:t>Implemented DOM manipulation</a:t>
            </a:r>
          </a:p>
          <a:p>
            <a:r>
              <a:rPr lang="en-IN" sz="4000" dirty="0"/>
              <a:t>Handled JavaScript events</a:t>
            </a:r>
          </a:p>
          <a:p>
            <a:r>
              <a:rPr lang="en-IN" sz="4000" dirty="0"/>
              <a:t>Implemented browser storage concepts</a:t>
            </a:r>
          </a:p>
          <a:p>
            <a:r>
              <a:rPr lang="en-IN" sz="4000" dirty="0"/>
              <a:t>Used asynchronous programming concepts</a:t>
            </a:r>
          </a:p>
          <a:p>
            <a:pPr marL="0" indent="0">
              <a:buNone/>
            </a:pPr>
            <a:br>
              <a:rPr lang="en-IN" sz="4000" dirty="0"/>
            </a:br>
            <a:r>
              <a:rPr lang="en-IN" sz="4000" dirty="0"/>
              <a:t>CO5</a:t>
            </a:r>
          </a:p>
          <a:p>
            <a:r>
              <a:rPr lang="en-IN" sz="4000" dirty="0"/>
              <a:t>Implemented form validation using JavaScript</a:t>
            </a:r>
          </a:p>
          <a:p>
            <a:r>
              <a:rPr lang="en-IN" sz="4000" dirty="0"/>
              <a:t>Integrated Google Maps API</a:t>
            </a:r>
          </a:p>
          <a:p>
            <a:r>
              <a:rPr lang="en-IN" sz="4000" dirty="0"/>
              <a:t>Optimized webpage performance</a:t>
            </a:r>
          </a:p>
          <a:p>
            <a:r>
              <a:rPr lang="en-IN" sz="4000" dirty="0"/>
              <a:t>Applied deployment concepts and SEO basics</a:t>
            </a:r>
          </a:p>
          <a:p>
            <a:pPr marL="0" indent="0">
              <a:buNone/>
            </a:pPr>
            <a:endParaRPr lang="en-IN" dirty="0"/>
          </a:p>
        </p:txBody>
      </p:sp>
      <p:sp>
        <p:nvSpPr>
          <p:cNvPr id="5" name="Date Placeholder 4">
            <a:extLst>
              <a:ext uri="{FF2B5EF4-FFF2-40B4-BE49-F238E27FC236}">
                <a16:creationId xmlns:a16="http://schemas.microsoft.com/office/drawing/2014/main" id="{9D8727DD-96EF-48DB-C4D4-D6B3998D46ED}"/>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8D723F4F-16DF-E9BC-A646-77C01FAB54A6}"/>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1CFFF336-EC3D-9C26-638D-77D93AAEB363}"/>
              </a:ext>
            </a:extLst>
          </p:cNvPr>
          <p:cNvSpPr>
            <a:spLocks noGrp="1"/>
          </p:cNvSpPr>
          <p:nvPr>
            <p:ph type="sldNum" sz="quarter" idx="12"/>
          </p:nvPr>
        </p:nvSpPr>
        <p:spPr/>
        <p:txBody>
          <a:bodyPr/>
          <a:lstStyle/>
          <a:p>
            <a:fld id="{B961B71F-4B40-8942-BB88-E0F5C0B46E10}" type="slidenum">
              <a:rPr lang="en-US" smtClean="0"/>
              <a:t>9</a:t>
            </a:fld>
            <a:endParaRPr lang="en-US"/>
          </a:p>
        </p:txBody>
      </p:sp>
    </p:spTree>
    <p:extLst>
      <p:ext uri="{BB962C8B-B14F-4D97-AF65-F5344CB8AC3E}">
        <p14:creationId xmlns:p14="http://schemas.microsoft.com/office/powerpoint/2010/main" val="33489154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A9CAF-7EB0-0890-1F26-CA3F8236AA1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7E0E9F0-7414-F19D-A367-C4D70D67BCB3}"/>
              </a:ext>
            </a:extLst>
          </p:cNvPr>
          <p:cNvSpPr>
            <a:spLocks noGrp="1"/>
          </p:cNvSpPr>
          <p:nvPr>
            <p:ph type="title"/>
          </p:nvPr>
        </p:nvSpPr>
        <p:spPr>
          <a:xfrm>
            <a:off x="1180618" y="365125"/>
            <a:ext cx="10173182" cy="1128009"/>
          </a:xfrm>
        </p:spPr>
        <p:txBody>
          <a:bodyPr/>
          <a:lstStyle/>
          <a:p>
            <a:pPr algn="ctr"/>
            <a:r>
              <a:rPr lang="en-US" b="1" dirty="0"/>
              <a:t>Co’s Attainments - DSA</a:t>
            </a:r>
          </a:p>
        </p:txBody>
      </p:sp>
      <p:sp>
        <p:nvSpPr>
          <p:cNvPr id="9" name="Content Placeholder 8">
            <a:extLst>
              <a:ext uri="{FF2B5EF4-FFF2-40B4-BE49-F238E27FC236}">
                <a16:creationId xmlns:a16="http://schemas.microsoft.com/office/drawing/2014/main" id="{6726AE93-69A8-DC85-DA45-05F4D66EF996}"/>
              </a:ext>
            </a:extLst>
          </p:cNvPr>
          <p:cNvSpPr>
            <a:spLocks noGrp="1"/>
          </p:cNvSpPr>
          <p:nvPr>
            <p:ph idx="1"/>
          </p:nvPr>
        </p:nvSpPr>
        <p:spPr/>
        <p:txBody>
          <a:bodyPr>
            <a:normAutofit fontScale="77500" lnSpcReduction="20000"/>
          </a:bodyPr>
          <a:lstStyle/>
          <a:p>
            <a:pPr marL="0" indent="0">
              <a:buNone/>
            </a:pPr>
            <a:r>
              <a:rPr lang="en-US" dirty="0"/>
              <a:t>CO1</a:t>
            </a:r>
          </a:p>
          <a:p>
            <a:r>
              <a:rPr lang="en-US" dirty="0"/>
              <a:t>Understood algorithm analysis and time complexity.</a:t>
            </a:r>
          </a:p>
          <a:p>
            <a:r>
              <a:rPr lang="en-US" dirty="0"/>
              <a:t>Implemented Linear Search and Binary Search in Java.</a:t>
            </a:r>
          </a:p>
          <a:p>
            <a:r>
              <a:rPr lang="en-US" dirty="0"/>
              <a:t>Compared searching algorithms for efficiency.</a:t>
            </a:r>
          </a:p>
          <a:p>
            <a:pPr marL="0" indent="0">
              <a:buNone/>
            </a:pPr>
            <a:r>
              <a:rPr lang="en-US" dirty="0"/>
              <a:t>CO2</a:t>
            </a:r>
          </a:p>
          <a:p>
            <a:r>
              <a:rPr lang="en-US" dirty="0"/>
              <a:t>Implemented sorting algorithms.</a:t>
            </a:r>
          </a:p>
          <a:p>
            <a:r>
              <a:rPr lang="en-US" dirty="0"/>
              <a:t>Used Bubble Sort and Merge Sort.</a:t>
            </a:r>
          </a:p>
          <a:p>
            <a:r>
              <a:rPr lang="en-US" dirty="0"/>
              <a:t>Organized mechanic data for better processing.</a:t>
            </a:r>
          </a:p>
          <a:p>
            <a:pPr marL="0" indent="0">
              <a:buNone/>
            </a:pPr>
            <a:r>
              <a:rPr lang="en-US" dirty="0"/>
              <a:t>CO3</a:t>
            </a:r>
          </a:p>
          <a:p>
            <a:r>
              <a:rPr lang="en-US" dirty="0"/>
              <a:t>Implemented List ADT using Linked Lists.</a:t>
            </a:r>
          </a:p>
          <a:p>
            <a:r>
              <a:rPr lang="en-US" dirty="0"/>
              <a:t>Used Singly Linked List to store mechanic data.</a:t>
            </a:r>
          </a:p>
          <a:p>
            <a:r>
              <a:rPr lang="en-US" dirty="0"/>
              <a:t>Performed insert and traverse operations.</a:t>
            </a:r>
          </a:p>
          <a:p>
            <a:pPr marL="0" indent="0">
              <a:buNone/>
            </a:pPr>
            <a:endParaRPr lang="en-US" dirty="0"/>
          </a:p>
        </p:txBody>
      </p:sp>
      <p:sp>
        <p:nvSpPr>
          <p:cNvPr id="5" name="Date Placeholder 4">
            <a:extLst>
              <a:ext uri="{FF2B5EF4-FFF2-40B4-BE49-F238E27FC236}">
                <a16:creationId xmlns:a16="http://schemas.microsoft.com/office/drawing/2014/main" id="{12D1C05D-4DC9-ADC0-13CA-909E89023113}"/>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F4CC7196-73FE-144C-6DB9-248E7AB56907}"/>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194048-D768-5663-4851-89B00F981F60}"/>
              </a:ext>
            </a:extLst>
          </p:cNvPr>
          <p:cNvSpPr>
            <a:spLocks noGrp="1"/>
          </p:cNvSpPr>
          <p:nvPr>
            <p:ph type="sldNum" sz="quarter" idx="12"/>
          </p:nvPr>
        </p:nvSpPr>
        <p:spPr/>
        <p:txBody>
          <a:bodyPr/>
          <a:lstStyle/>
          <a:p>
            <a:fld id="{B961B71F-4B40-8942-BB88-E0F5C0B46E10}" type="slidenum">
              <a:rPr lang="en-US" smtClean="0"/>
              <a:t>10</a:t>
            </a:fld>
            <a:endParaRPr lang="en-US"/>
          </a:p>
        </p:txBody>
      </p:sp>
    </p:spTree>
    <p:extLst>
      <p:ext uri="{BB962C8B-B14F-4D97-AF65-F5344CB8AC3E}">
        <p14:creationId xmlns:p14="http://schemas.microsoft.com/office/powerpoint/2010/main" val="3443658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F3B04-3C32-3590-E10C-8E2FBC72229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E26CE0A-A900-C051-6B91-369C94519EA5}"/>
              </a:ext>
            </a:extLst>
          </p:cNvPr>
          <p:cNvSpPr>
            <a:spLocks noGrp="1"/>
          </p:cNvSpPr>
          <p:nvPr>
            <p:ph type="title"/>
          </p:nvPr>
        </p:nvSpPr>
        <p:spPr>
          <a:xfrm>
            <a:off x="1180618" y="365125"/>
            <a:ext cx="10173182" cy="1128009"/>
          </a:xfrm>
        </p:spPr>
        <p:txBody>
          <a:bodyPr/>
          <a:lstStyle/>
          <a:p>
            <a:pPr algn="ctr"/>
            <a:r>
              <a:rPr lang="en-US" b="1" dirty="0"/>
              <a:t>Co’s Attainments - DSA</a:t>
            </a:r>
          </a:p>
        </p:txBody>
      </p:sp>
      <p:sp>
        <p:nvSpPr>
          <p:cNvPr id="9" name="Content Placeholder 8">
            <a:extLst>
              <a:ext uri="{FF2B5EF4-FFF2-40B4-BE49-F238E27FC236}">
                <a16:creationId xmlns:a16="http://schemas.microsoft.com/office/drawing/2014/main" id="{F2A54CB5-E8F7-0171-06C2-90378727D6A5}"/>
              </a:ext>
            </a:extLst>
          </p:cNvPr>
          <p:cNvSpPr>
            <a:spLocks noGrp="1"/>
          </p:cNvSpPr>
          <p:nvPr>
            <p:ph idx="1"/>
          </p:nvPr>
        </p:nvSpPr>
        <p:spPr/>
        <p:txBody>
          <a:bodyPr>
            <a:normAutofit/>
          </a:bodyPr>
          <a:lstStyle/>
          <a:p>
            <a:pPr marL="0" indent="0">
              <a:buNone/>
            </a:pPr>
            <a:r>
              <a:rPr lang="en-IN" dirty="0"/>
              <a:t>CO4</a:t>
            </a:r>
          </a:p>
          <a:p>
            <a:r>
              <a:rPr lang="en-IN" dirty="0"/>
              <a:t>Applied Stack and Queue data structures.</a:t>
            </a:r>
          </a:p>
          <a:p>
            <a:r>
              <a:rPr lang="en-IN" dirty="0"/>
              <a:t>Used Queue for service request management.</a:t>
            </a:r>
          </a:p>
          <a:p>
            <a:r>
              <a:rPr lang="en-IN" dirty="0"/>
              <a:t>Demonstrated basic stack operations.</a:t>
            </a:r>
          </a:p>
          <a:p>
            <a:pPr marL="0" indent="0">
              <a:buNone/>
            </a:pPr>
            <a:r>
              <a:rPr lang="en-IN" dirty="0"/>
              <a:t>CO5</a:t>
            </a:r>
          </a:p>
          <a:p>
            <a:r>
              <a:rPr lang="en-IN" dirty="0"/>
              <a:t>Implemented Hashing for mechanic data storage.</a:t>
            </a:r>
          </a:p>
          <a:p>
            <a:r>
              <a:rPr lang="en-IN" dirty="0"/>
              <a:t>Used Priority Queue for nearest mechanic selection.</a:t>
            </a:r>
          </a:p>
          <a:p>
            <a:r>
              <a:rPr lang="en-IN" dirty="0"/>
              <a:t>Enabled fast data retrieval.</a:t>
            </a:r>
          </a:p>
          <a:p>
            <a:pPr marL="0" indent="0">
              <a:buNone/>
            </a:pPr>
            <a:endParaRPr lang="en-US" dirty="0"/>
          </a:p>
        </p:txBody>
      </p:sp>
      <p:sp>
        <p:nvSpPr>
          <p:cNvPr id="5" name="Date Placeholder 4">
            <a:extLst>
              <a:ext uri="{FF2B5EF4-FFF2-40B4-BE49-F238E27FC236}">
                <a16:creationId xmlns:a16="http://schemas.microsoft.com/office/drawing/2014/main" id="{4EEFE8D6-DED1-8D1C-4010-4468195A9B3D}"/>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CB8A30AE-86CF-4554-715B-B5E3CAD8A8A6}"/>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638FA9A6-F455-3673-64DC-E1CFA94B2F6E}"/>
              </a:ext>
            </a:extLst>
          </p:cNvPr>
          <p:cNvSpPr>
            <a:spLocks noGrp="1"/>
          </p:cNvSpPr>
          <p:nvPr>
            <p:ph type="sldNum" sz="quarter" idx="12"/>
          </p:nvPr>
        </p:nvSpPr>
        <p:spPr/>
        <p:txBody>
          <a:bodyPr/>
          <a:lstStyle/>
          <a:p>
            <a:fld id="{B961B71F-4B40-8942-BB88-E0F5C0B46E10}" type="slidenum">
              <a:rPr lang="en-US" smtClean="0"/>
              <a:t>11</a:t>
            </a:fld>
            <a:endParaRPr lang="en-US"/>
          </a:p>
        </p:txBody>
      </p:sp>
    </p:spTree>
    <p:extLst>
      <p:ext uri="{BB962C8B-B14F-4D97-AF65-F5344CB8AC3E}">
        <p14:creationId xmlns:p14="http://schemas.microsoft.com/office/powerpoint/2010/main" val="560578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3D68-D41B-9825-3931-B79590C795F8}"/>
              </a:ext>
            </a:extLst>
          </p:cNvPr>
          <p:cNvSpPr>
            <a:spLocks noGrp="1"/>
          </p:cNvSpPr>
          <p:nvPr>
            <p:ph type="title"/>
          </p:nvPr>
        </p:nvSpPr>
        <p:spPr/>
        <p:txBody>
          <a:bodyPr/>
          <a:lstStyle/>
          <a:p>
            <a:r>
              <a:rPr lang="en-US" dirty="0"/>
              <a:t>Screenshots for FWD </a:t>
            </a:r>
          </a:p>
        </p:txBody>
      </p:sp>
      <p:pic>
        <p:nvPicPr>
          <p:cNvPr id="8" name="Content Placeholder 7">
            <a:extLst>
              <a:ext uri="{FF2B5EF4-FFF2-40B4-BE49-F238E27FC236}">
                <a16:creationId xmlns:a16="http://schemas.microsoft.com/office/drawing/2014/main" id="{7563D220-D9F7-6851-B911-DBC776402AF2}"/>
              </a:ext>
            </a:extLst>
          </p:cNvPr>
          <p:cNvPicPr>
            <a:picLocks noGrp="1" noChangeAspect="1"/>
          </p:cNvPicPr>
          <p:nvPr>
            <p:ph idx="1"/>
          </p:nvPr>
        </p:nvPicPr>
        <p:blipFill>
          <a:blip r:embed="rId2"/>
          <a:stretch>
            <a:fillRect/>
          </a:stretch>
        </p:blipFill>
        <p:spPr>
          <a:xfrm>
            <a:off x="671119" y="1825625"/>
            <a:ext cx="3456263" cy="4351338"/>
          </a:xfrm>
          <a:prstGeom prst="rect">
            <a:avLst/>
          </a:prstGeom>
        </p:spPr>
      </p:pic>
      <p:sp>
        <p:nvSpPr>
          <p:cNvPr id="4" name="Date Placeholder 3">
            <a:extLst>
              <a:ext uri="{FF2B5EF4-FFF2-40B4-BE49-F238E27FC236}">
                <a16:creationId xmlns:a16="http://schemas.microsoft.com/office/drawing/2014/main" id="{F1963D1B-E2DB-29C3-BA63-FF21B16E3D52}"/>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12</a:t>
            </a:fld>
            <a:endParaRPr lang="en-US"/>
          </a:p>
        </p:txBody>
      </p:sp>
      <p:pic>
        <p:nvPicPr>
          <p:cNvPr id="10" name="Picture 9">
            <a:extLst>
              <a:ext uri="{FF2B5EF4-FFF2-40B4-BE49-F238E27FC236}">
                <a16:creationId xmlns:a16="http://schemas.microsoft.com/office/drawing/2014/main" id="{A8629FD5-75C7-4F69-805D-A4C6863BA1B8}"/>
              </a:ext>
            </a:extLst>
          </p:cNvPr>
          <p:cNvPicPr>
            <a:picLocks noChangeAspect="1"/>
          </p:cNvPicPr>
          <p:nvPr/>
        </p:nvPicPr>
        <p:blipFill>
          <a:blip r:embed="rId3"/>
          <a:stretch>
            <a:fillRect/>
          </a:stretch>
        </p:blipFill>
        <p:spPr>
          <a:xfrm>
            <a:off x="4395831" y="1825624"/>
            <a:ext cx="3967993" cy="4351339"/>
          </a:xfrm>
          <a:prstGeom prst="rect">
            <a:avLst/>
          </a:prstGeom>
        </p:spPr>
      </p:pic>
      <p:pic>
        <p:nvPicPr>
          <p:cNvPr id="12" name="Picture 11">
            <a:extLst>
              <a:ext uri="{FF2B5EF4-FFF2-40B4-BE49-F238E27FC236}">
                <a16:creationId xmlns:a16="http://schemas.microsoft.com/office/drawing/2014/main" id="{E206C55C-7AC4-97C3-1214-84A9A7EB033F}"/>
              </a:ext>
            </a:extLst>
          </p:cNvPr>
          <p:cNvPicPr>
            <a:picLocks noChangeAspect="1"/>
          </p:cNvPicPr>
          <p:nvPr/>
        </p:nvPicPr>
        <p:blipFill>
          <a:blip r:embed="rId4"/>
          <a:stretch>
            <a:fillRect/>
          </a:stretch>
        </p:blipFill>
        <p:spPr>
          <a:xfrm>
            <a:off x="8499865" y="1825624"/>
            <a:ext cx="3352829" cy="4351338"/>
          </a:xfrm>
          <a:prstGeom prst="rect">
            <a:avLst/>
          </a:prstGeom>
        </p:spPr>
      </p:pic>
    </p:spTree>
    <p:extLst>
      <p:ext uri="{BB962C8B-B14F-4D97-AF65-F5344CB8AC3E}">
        <p14:creationId xmlns:p14="http://schemas.microsoft.com/office/powerpoint/2010/main" val="34319537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0015C-6490-B799-8202-EF7EC45161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FB86BC-9D49-EF59-9E94-2EBD24013E09}"/>
              </a:ext>
            </a:extLst>
          </p:cNvPr>
          <p:cNvSpPr>
            <a:spLocks noGrp="1"/>
          </p:cNvSpPr>
          <p:nvPr>
            <p:ph type="title"/>
          </p:nvPr>
        </p:nvSpPr>
        <p:spPr/>
        <p:txBody>
          <a:bodyPr/>
          <a:lstStyle/>
          <a:p>
            <a:r>
              <a:rPr lang="en-US" dirty="0"/>
              <a:t>Screenshots for FWD </a:t>
            </a:r>
          </a:p>
        </p:txBody>
      </p:sp>
      <p:sp>
        <p:nvSpPr>
          <p:cNvPr id="4" name="Date Placeholder 3">
            <a:extLst>
              <a:ext uri="{FF2B5EF4-FFF2-40B4-BE49-F238E27FC236}">
                <a16:creationId xmlns:a16="http://schemas.microsoft.com/office/drawing/2014/main" id="{DCB7668A-4FBE-3537-21F8-65BB7BDF90EA}"/>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0353FF87-547E-3D17-8603-DF8C4B010162}"/>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A4CFEE0B-EDD5-32DB-B266-B4387F046158}"/>
              </a:ext>
            </a:extLst>
          </p:cNvPr>
          <p:cNvSpPr>
            <a:spLocks noGrp="1"/>
          </p:cNvSpPr>
          <p:nvPr>
            <p:ph type="sldNum" sz="quarter" idx="12"/>
          </p:nvPr>
        </p:nvSpPr>
        <p:spPr/>
        <p:txBody>
          <a:bodyPr/>
          <a:lstStyle/>
          <a:p>
            <a:fld id="{B961B71F-4B40-8942-BB88-E0F5C0B46E10}" type="slidenum">
              <a:rPr lang="en-US" smtClean="0"/>
              <a:t>13</a:t>
            </a:fld>
            <a:endParaRPr lang="en-US"/>
          </a:p>
        </p:txBody>
      </p:sp>
      <p:pic>
        <p:nvPicPr>
          <p:cNvPr id="16" name="Content Placeholder 15">
            <a:extLst>
              <a:ext uri="{FF2B5EF4-FFF2-40B4-BE49-F238E27FC236}">
                <a16:creationId xmlns:a16="http://schemas.microsoft.com/office/drawing/2014/main" id="{A5722B1B-53C0-75CF-571F-D449E5F1A429}"/>
              </a:ext>
            </a:extLst>
          </p:cNvPr>
          <p:cNvPicPr>
            <a:picLocks noGrp="1" noChangeAspect="1"/>
          </p:cNvPicPr>
          <p:nvPr>
            <p:ph idx="1"/>
          </p:nvPr>
        </p:nvPicPr>
        <p:blipFill>
          <a:blip r:embed="rId2"/>
          <a:stretch>
            <a:fillRect/>
          </a:stretch>
        </p:blipFill>
        <p:spPr>
          <a:xfrm>
            <a:off x="520996" y="1825625"/>
            <a:ext cx="5741581" cy="4351338"/>
          </a:xfrm>
          <a:prstGeom prst="rect">
            <a:avLst/>
          </a:prstGeom>
        </p:spPr>
      </p:pic>
      <p:pic>
        <p:nvPicPr>
          <p:cNvPr id="18" name="Picture 17">
            <a:extLst>
              <a:ext uri="{FF2B5EF4-FFF2-40B4-BE49-F238E27FC236}">
                <a16:creationId xmlns:a16="http://schemas.microsoft.com/office/drawing/2014/main" id="{A87BA9A7-6536-75D3-2FB0-BF1D11F6CE89}"/>
              </a:ext>
            </a:extLst>
          </p:cNvPr>
          <p:cNvPicPr>
            <a:picLocks noChangeAspect="1"/>
          </p:cNvPicPr>
          <p:nvPr/>
        </p:nvPicPr>
        <p:blipFill>
          <a:blip r:embed="rId3"/>
          <a:stretch>
            <a:fillRect/>
          </a:stretch>
        </p:blipFill>
        <p:spPr>
          <a:xfrm>
            <a:off x="6450418" y="1903711"/>
            <a:ext cx="5741581" cy="4256393"/>
          </a:xfrm>
          <a:prstGeom prst="rect">
            <a:avLst/>
          </a:prstGeom>
        </p:spPr>
      </p:pic>
    </p:spTree>
    <p:extLst>
      <p:ext uri="{BB962C8B-B14F-4D97-AF65-F5344CB8AC3E}">
        <p14:creationId xmlns:p14="http://schemas.microsoft.com/office/powerpoint/2010/main" val="28727826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FAA5A-1F89-F424-32DB-122F0584EA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1D97D1-DB24-2274-D01D-BD6ACC9A4C57}"/>
              </a:ext>
            </a:extLst>
          </p:cNvPr>
          <p:cNvSpPr>
            <a:spLocks noGrp="1"/>
          </p:cNvSpPr>
          <p:nvPr>
            <p:ph type="title"/>
          </p:nvPr>
        </p:nvSpPr>
        <p:spPr/>
        <p:txBody>
          <a:bodyPr/>
          <a:lstStyle/>
          <a:p>
            <a:r>
              <a:rPr lang="en-US" dirty="0"/>
              <a:t>Screenshots for DSA </a:t>
            </a:r>
          </a:p>
        </p:txBody>
      </p:sp>
      <p:sp>
        <p:nvSpPr>
          <p:cNvPr id="4" name="Date Placeholder 3">
            <a:extLst>
              <a:ext uri="{FF2B5EF4-FFF2-40B4-BE49-F238E27FC236}">
                <a16:creationId xmlns:a16="http://schemas.microsoft.com/office/drawing/2014/main" id="{B154F613-C117-7E6F-64C3-848AAF5A0EEF}"/>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DC238B5B-5948-2690-2105-2E059F38EE92}"/>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4B156697-D9BE-DE64-A80C-E5BEB020AACB}"/>
              </a:ext>
            </a:extLst>
          </p:cNvPr>
          <p:cNvSpPr>
            <a:spLocks noGrp="1"/>
          </p:cNvSpPr>
          <p:nvPr>
            <p:ph type="sldNum" sz="quarter" idx="12"/>
          </p:nvPr>
        </p:nvSpPr>
        <p:spPr/>
        <p:txBody>
          <a:bodyPr/>
          <a:lstStyle/>
          <a:p>
            <a:fld id="{B961B71F-4B40-8942-BB88-E0F5C0B46E10}" type="slidenum">
              <a:rPr lang="en-US" smtClean="0"/>
              <a:t>14</a:t>
            </a:fld>
            <a:endParaRPr lang="en-US"/>
          </a:p>
        </p:txBody>
      </p:sp>
      <p:pic>
        <p:nvPicPr>
          <p:cNvPr id="9" name="Content Placeholder 8">
            <a:extLst>
              <a:ext uri="{FF2B5EF4-FFF2-40B4-BE49-F238E27FC236}">
                <a16:creationId xmlns:a16="http://schemas.microsoft.com/office/drawing/2014/main" id="{83E59119-43B7-89A1-3FC7-2DED05D0B58C}"/>
              </a:ext>
            </a:extLst>
          </p:cNvPr>
          <p:cNvPicPr>
            <a:picLocks noGrp="1" noChangeAspect="1"/>
          </p:cNvPicPr>
          <p:nvPr>
            <p:ph idx="1"/>
          </p:nvPr>
        </p:nvPicPr>
        <p:blipFill>
          <a:blip r:embed="rId2"/>
          <a:stretch>
            <a:fillRect/>
          </a:stretch>
        </p:blipFill>
        <p:spPr>
          <a:xfrm>
            <a:off x="662731" y="1825625"/>
            <a:ext cx="4362276" cy="4351338"/>
          </a:xfrm>
          <a:prstGeom prst="rect">
            <a:avLst/>
          </a:prstGeom>
        </p:spPr>
      </p:pic>
      <p:pic>
        <p:nvPicPr>
          <p:cNvPr id="11" name="Picture 10">
            <a:extLst>
              <a:ext uri="{FF2B5EF4-FFF2-40B4-BE49-F238E27FC236}">
                <a16:creationId xmlns:a16="http://schemas.microsoft.com/office/drawing/2014/main" id="{B6C3B5FC-BE1C-2C64-6619-2F224ED545B8}"/>
              </a:ext>
            </a:extLst>
          </p:cNvPr>
          <p:cNvPicPr>
            <a:picLocks noChangeAspect="1"/>
          </p:cNvPicPr>
          <p:nvPr/>
        </p:nvPicPr>
        <p:blipFill>
          <a:blip r:embed="rId3"/>
          <a:stretch>
            <a:fillRect/>
          </a:stretch>
        </p:blipFill>
        <p:spPr>
          <a:xfrm>
            <a:off x="5939407" y="1825625"/>
            <a:ext cx="5589862" cy="4580732"/>
          </a:xfrm>
          <a:prstGeom prst="rect">
            <a:avLst/>
          </a:prstGeom>
        </p:spPr>
      </p:pic>
    </p:spTree>
    <p:extLst>
      <p:ext uri="{BB962C8B-B14F-4D97-AF65-F5344CB8AC3E}">
        <p14:creationId xmlns:p14="http://schemas.microsoft.com/office/powerpoint/2010/main" val="36078032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8F526A-5F54-0308-7336-A6E081606439}"/>
              </a:ext>
            </a:extLst>
          </p:cNvPr>
          <p:cNvSpPr>
            <a:spLocks noGrp="1"/>
          </p:cNvSpPr>
          <p:nvPr>
            <p:ph type="title"/>
          </p:nvPr>
        </p:nvSpPr>
        <p:spPr>
          <a:xfrm>
            <a:off x="1180618" y="365125"/>
            <a:ext cx="10173182" cy="1128009"/>
          </a:xfrm>
        </p:spPr>
        <p:txBody>
          <a:bodyPr/>
          <a:lstStyle/>
          <a:p>
            <a:pPr algn="ctr"/>
            <a:r>
              <a:rPr lang="en-US" b="1" dirty="0"/>
              <a:t>Conclusion</a:t>
            </a:r>
          </a:p>
        </p:txBody>
      </p:sp>
      <p:sp>
        <p:nvSpPr>
          <p:cNvPr id="5" name="Date Placeholder 4">
            <a:extLst>
              <a:ext uri="{FF2B5EF4-FFF2-40B4-BE49-F238E27FC236}">
                <a16:creationId xmlns:a16="http://schemas.microsoft.com/office/drawing/2014/main" id="{82A84C9A-73D1-DA76-6E0C-91C24CB8321A}"/>
              </a:ext>
            </a:extLst>
          </p:cNvPr>
          <p:cNvSpPr>
            <a:spLocks noGrp="1"/>
          </p:cNvSpPr>
          <p:nvPr>
            <p:ph type="dt" sz="half" idx="10"/>
          </p:nvPr>
        </p:nvSpPr>
        <p:spPr/>
        <p:txBody>
          <a:bodyPr/>
          <a:lstStyle/>
          <a:p>
            <a:fld id="{20A639D7-EAE1-7C4A-AC63-30DD6B16DE20}" type="datetime1">
              <a:rPr lang="en-IN" smtClean="0"/>
              <a:t>09-03-2026</a:t>
            </a:fld>
            <a:endParaRPr lang="en-US"/>
          </a:p>
        </p:txBody>
      </p:sp>
      <p:sp>
        <p:nvSpPr>
          <p:cNvPr id="6" name="Footer Placeholder 5">
            <a:extLst>
              <a:ext uri="{FF2B5EF4-FFF2-40B4-BE49-F238E27FC236}">
                <a16:creationId xmlns:a16="http://schemas.microsoft.com/office/drawing/2014/main"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t>15</a:t>
            </a:fld>
            <a:endParaRPr lang="en-US"/>
          </a:p>
        </p:txBody>
      </p:sp>
      <p:sp>
        <p:nvSpPr>
          <p:cNvPr id="2" name="Content Placeholder 1">
            <a:extLst>
              <a:ext uri="{FF2B5EF4-FFF2-40B4-BE49-F238E27FC236}">
                <a16:creationId xmlns:a16="http://schemas.microsoft.com/office/drawing/2014/main" id="{5C2AA39C-1B6E-4F04-5FEA-22E777056B13}"/>
              </a:ext>
            </a:extLst>
          </p:cNvPr>
          <p:cNvSpPr>
            <a:spLocks noGrp="1" noChangeArrowheads="1"/>
          </p:cNvSpPr>
          <p:nvPr>
            <p:ph idx="1"/>
          </p:nvPr>
        </p:nvSpPr>
        <p:spPr bwMode="auto">
          <a:xfrm>
            <a:off x="838200" y="2165792"/>
            <a:ext cx="8303555" cy="36710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Developed a Smart Vehicle Breakdown Assistance System</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Combines web technologies and data structures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Provides quick and reliable roadside assistance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Efficient data handling using DSA algorithms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Helps drivers handle breakdown situations easily</a:t>
            </a:r>
          </a:p>
        </p:txBody>
      </p:sp>
    </p:spTree>
    <p:extLst>
      <p:ext uri="{BB962C8B-B14F-4D97-AF65-F5344CB8AC3E}">
        <p14:creationId xmlns:p14="http://schemas.microsoft.com/office/powerpoint/2010/main" val="28589121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8258-F0F3-1EE4-1AB3-DB04AD69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961B8-8709-0718-F6D3-9D07622F76AF}"/>
              </a:ext>
            </a:extLst>
          </p:cNvPr>
          <p:cNvSpPr>
            <a:spLocks noGrp="1"/>
          </p:cNvSpPr>
          <p:nvPr>
            <p:ph type="title"/>
          </p:nvPr>
        </p:nvSpPr>
        <p:spPr/>
        <p:txBody>
          <a:bodyPr/>
          <a:lstStyle/>
          <a:p>
            <a:r>
              <a:rPr lang="en-US" dirty="0"/>
              <a:t>Geo- Tag Photos</a:t>
            </a:r>
          </a:p>
        </p:txBody>
      </p:sp>
      <p:sp>
        <p:nvSpPr>
          <p:cNvPr id="4" name="Date Placeholder 3">
            <a:extLst>
              <a:ext uri="{FF2B5EF4-FFF2-40B4-BE49-F238E27FC236}">
                <a16:creationId xmlns:a16="http://schemas.microsoft.com/office/drawing/2014/main" id="{5B18EAAE-4073-261B-4850-9857C07DBAF0}"/>
              </a:ext>
            </a:extLst>
          </p:cNvPr>
          <p:cNvSpPr>
            <a:spLocks noGrp="1"/>
          </p:cNvSpPr>
          <p:nvPr>
            <p:ph type="dt" sz="half" idx="10"/>
          </p:nvPr>
        </p:nvSpPr>
        <p:spPr/>
        <p:txBody>
          <a:bodyPr/>
          <a:lstStyle/>
          <a:p>
            <a:fld id="{9C5272DB-0103-AF4C-A22D-07421EC406AD}" type="datetime1">
              <a:rPr lang="en-IN" smtClean="0"/>
              <a:t>09-03-2026</a:t>
            </a:fld>
            <a:endParaRPr lang="en-US"/>
          </a:p>
        </p:txBody>
      </p:sp>
      <p:sp>
        <p:nvSpPr>
          <p:cNvPr id="5" name="Footer Placeholder 4">
            <a:extLst>
              <a:ext uri="{FF2B5EF4-FFF2-40B4-BE49-F238E27FC236}">
                <a16:creationId xmlns:a16="http://schemas.microsoft.com/office/drawing/2014/main" id="{A3CA2172-0EFE-3ADA-47FA-029EF21AB5B8}"/>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C3E9B8A7-6131-D012-7DA4-A9F36B2B1525}"/>
              </a:ext>
            </a:extLst>
          </p:cNvPr>
          <p:cNvSpPr>
            <a:spLocks noGrp="1"/>
          </p:cNvSpPr>
          <p:nvPr>
            <p:ph type="sldNum" sz="quarter" idx="12"/>
          </p:nvPr>
        </p:nvSpPr>
        <p:spPr/>
        <p:txBody>
          <a:bodyPr/>
          <a:lstStyle/>
          <a:p>
            <a:fld id="{B961B71F-4B40-8942-BB88-E0F5C0B46E10}" type="slidenum">
              <a:rPr lang="en-US" smtClean="0"/>
              <a:t>16</a:t>
            </a:fld>
            <a:endParaRPr lang="en-US"/>
          </a:p>
        </p:txBody>
      </p:sp>
      <p:pic>
        <p:nvPicPr>
          <p:cNvPr id="10" name="Content Placeholder 9">
            <a:extLst>
              <a:ext uri="{FF2B5EF4-FFF2-40B4-BE49-F238E27FC236}">
                <a16:creationId xmlns:a16="http://schemas.microsoft.com/office/drawing/2014/main" id="{B2785A65-9E60-9985-62DF-438323339B33}"/>
              </a:ext>
            </a:extLst>
          </p:cNvPr>
          <p:cNvPicPr>
            <a:picLocks noGrp="1" noChangeAspect="1"/>
          </p:cNvPicPr>
          <p:nvPr>
            <p:ph idx="1"/>
          </p:nvPr>
        </p:nvPicPr>
        <p:blipFill>
          <a:blip r:embed="rId2"/>
          <a:stretch>
            <a:fillRect/>
          </a:stretch>
        </p:blipFill>
        <p:spPr>
          <a:xfrm>
            <a:off x="3195108" y="1825625"/>
            <a:ext cx="5801784" cy="4351338"/>
          </a:xfrm>
          <a:prstGeom prst="rect">
            <a:avLst/>
          </a:prstGeom>
        </p:spPr>
      </p:pic>
    </p:spTree>
    <p:extLst>
      <p:ext uri="{BB962C8B-B14F-4D97-AF65-F5344CB8AC3E}">
        <p14:creationId xmlns:p14="http://schemas.microsoft.com/office/powerpoint/2010/main" val="23574719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7AAD6276-EBF6-BB4A-A6C6-114A8D55B891}" type="datetime1">
              <a:rPr lang="en-IN" smtClean="0"/>
              <a:t>09-03-2026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17</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3779</TotalTime>
  <Words>656</Words>
  <Application>Microsoft Office PowerPoint</Application>
  <PresentationFormat>Widescreen</PresentationFormat>
  <Paragraphs>156</Paragraphs>
  <Slides>17</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17</vt:i4>
      </vt:variant>
    </vt:vector>
  </HeadingPairs>
  <TitlesOfParts>
    <vt:vector size="22" baseType="lpstr">
      <vt:lpstr>Arial</vt:lpstr>
      <vt:lpstr>Calibri</vt:lpstr>
      <vt:lpstr>Calibri Light</vt:lpstr>
      <vt:lpstr>Office Theme</vt:lpstr>
      <vt:lpstr>Custom Design</vt:lpstr>
      <vt:lpstr>Title: Vehicle Breakdown Detection and Assistance System</vt:lpstr>
      <vt:lpstr>Abstract</vt:lpstr>
      <vt:lpstr>Existing System </vt:lpstr>
      <vt:lpstr>Proposed System</vt:lpstr>
      <vt:lpstr>System Architecture</vt:lpstr>
      <vt:lpstr>Project Modules</vt:lpstr>
      <vt:lpstr>Objectives</vt:lpstr>
      <vt:lpstr>Co’s Attainments - FWD</vt:lpstr>
      <vt:lpstr>Co’s Attainments - FWD</vt:lpstr>
      <vt:lpstr>Co’s Attainments - DSA</vt:lpstr>
      <vt:lpstr>Co’s Attainments - DSA</vt:lpstr>
      <vt:lpstr>Screenshots for FWD </vt:lpstr>
      <vt:lpstr>Screenshots for FWD </vt:lpstr>
      <vt:lpstr>Screenshots for DSA </vt:lpstr>
      <vt:lpstr>Conclusion</vt:lpstr>
      <vt:lpstr>Geo- Tag Photos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hansika janumpally</cp:lastModifiedBy>
  <cp:revision>53</cp:revision>
  <dcterms:created xsi:type="dcterms:W3CDTF">2022-05-20T10:20:31Z</dcterms:created>
  <dcterms:modified xsi:type="dcterms:W3CDTF">2026-03-09T05:21:14Z</dcterms:modified>
</cp:coreProperties>
</file>